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94C6-EF4F-D274-30A2-3513074EC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53BB3-391C-D35F-E4A5-A8F8A2BE0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D5B-F627-6791-2CBD-02C72F03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F988E-FD6F-F22D-A44E-DC6B07E4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B591D-EF65-3F41-E940-0A83A92C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7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76EB-24C8-BCB7-82BD-5C332B55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AA6D-02F3-899F-CF3C-596CEEE3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BECA-3256-1399-CF68-A3574B50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A5A1A-60AE-C026-C671-9954900E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5F130-50F7-6B7D-4AD4-AC7B8EF0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8C22-67A1-67B0-5B44-41D8D5BF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E7B93-911C-3EBB-B317-5E0316EA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72560-4425-5903-69E9-F03DEF3C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4904-7E17-4B84-9CA3-7245BA93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C18E-2C8C-53AD-FF76-26AA5E38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8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CC27-E89D-90D1-FEC3-E62B6A43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AA6BE-C805-D490-8408-88C5F44C8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A305C-F07A-72FB-BF1A-FAC0C1D65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43ECE-D726-2C56-B4C9-F5A2F0EA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E73D3-443D-65B7-A207-1EE4275E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5B2F3-B0DD-91E0-1EAE-A084E8D7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0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D0D6-744E-A499-6561-59B967AD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84A9-A757-A01A-449E-71479F462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2F24F-FCFE-C611-D470-9D0D78644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7BF0C-C745-99B3-BE5B-E74D54F72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88FF0-4DEA-7EF9-7D6B-B49F7D841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68EEB-EF54-8F42-F634-418C1F48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5CA9D8-0375-2C43-B2AA-6EAC7124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8C400-7718-3549-E697-45858BD3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8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6315-2771-C84D-3798-A3B48276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3D633-BFA1-C282-7CA0-FDE15F60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77334-4D30-B59A-D36F-A049B143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5181C-59C1-1F0A-A971-378A568E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7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2DA50-6A5F-CECB-D213-027DADD4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F1CFC-45FC-B586-1C7C-BFD6F04B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E44FA-8BCD-4E37-1F54-7F8C33CF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9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F847-8E35-2569-9790-73170DC4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D4C4-5878-4260-CC37-33C6903C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8B0F1-3831-A213-73E7-445D17ADF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B6EDE-7C72-A4B1-6DD4-BE54E8ED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9F419-FD64-E2B8-C0A9-FCC2D6CD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6FA19-2C7C-A08C-1161-90454A5E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4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A750-6CA2-2280-9EAD-F6C14865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58DEC-D74D-8026-FD0C-98170F191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F5EFA-47ED-6129-0482-A6A0142DD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2F2A2-FE28-68E1-7AA5-DF74DDE3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612D0-8AF0-A523-62EF-B315D5A5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B83B0-C6AD-E8DA-A801-7E8579B7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2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66EB-6474-0D2C-46B7-B4C1D95E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A5E16-D1A1-3962-5F0E-CB99A8EBB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2AD5-0A1D-AA72-59B0-0A47AEB2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C0EF-E775-1B5D-26D9-7D498CFF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17DE-AD3A-A59C-63BE-1B42C57D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0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EBD3D-6BF0-D622-9C4F-7986AB4B7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24FD9-25CA-EED7-CEEF-3A12C2C37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9747-89BF-B108-59B1-45CD1C05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B5C8D-D581-8E6B-0002-C161DE80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847E4-F31C-63A0-1743-073E475B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3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5CDE3D-4576-D237-7AD3-11C40A5F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84AD9-04A9-6CAD-D80B-1E02FE0BA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EC08-B4A3-573F-94B1-4DD78465C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1A7EB-F742-4247-B5F0-FFEDCAC674B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C760-8532-4A73-E747-46EEFBB97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23869-D363-D87B-B66D-50BCB2D39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0CEA-27BA-4C59-A1ED-3E7170534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0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58DE-623C-BBB7-1BC2-0C455DBF60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CROP LEAF DISEASE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B3C25-B34E-C2C1-F5EC-EF216A4E4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/>
          </a:p>
          <a:p>
            <a:pPr algn="r"/>
            <a:r>
              <a:rPr lang="en-US" dirty="0"/>
              <a:t>KUPPAM MOKSHANAG</a:t>
            </a:r>
          </a:p>
          <a:p>
            <a:pPr algn="r"/>
            <a:r>
              <a:rPr lang="en-US" dirty="0"/>
              <a:t>AP22110010980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5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6C22-6601-1A70-A50F-A6397B6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4989C3-3A24-26BE-9EDF-8548E4C48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905" y="2090172"/>
            <a:ext cx="1089991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diseases cause major losses in agriculture every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 rely on manual visual inspection which is slow and inaccurate.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diseases at a late stage reduces crop quality &amp; yield.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an automated and reliable early-stage disease detection system.</a:t>
            </a:r>
          </a:p>
        </p:txBody>
      </p:sp>
    </p:spTree>
    <p:extLst>
      <p:ext uri="{BB962C8B-B14F-4D97-AF65-F5344CB8AC3E}">
        <p14:creationId xmlns:p14="http://schemas.microsoft.com/office/powerpoint/2010/main" val="241903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751A-84D5-5B67-C6AA-491E360C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PURPOSE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958834-32D6-7230-1742-FA1C6ED786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76666"/>
            <a:ext cx="961776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automatically detect leaf diseases using image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farmers with rapid and accurate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dependency on expert inspection.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crop yield, productivity, and reduce economic losses.</a:t>
            </a:r>
          </a:p>
        </p:txBody>
      </p:sp>
    </p:spTree>
    <p:extLst>
      <p:ext uri="{BB962C8B-B14F-4D97-AF65-F5344CB8AC3E}">
        <p14:creationId xmlns:p14="http://schemas.microsoft.com/office/powerpoint/2010/main" val="211604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081C-C271-8802-9877-2AF0AC5E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IN AGRICULTURE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BD04D4-AE26-170E-45CF-AEF100D2B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9458"/>
            <a:ext cx="843500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learn features directly from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variations in lighting, angle, and background.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 compared to traditional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real-time and automated disease monitoring.</a:t>
            </a:r>
          </a:p>
        </p:txBody>
      </p:sp>
    </p:spTree>
    <p:extLst>
      <p:ext uri="{BB962C8B-B14F-4D97-AF65-F5344CB8AC3E}">
        <p14:creationId xmlns:p14="http://schemas.microsoft.com/office/powerpoint/2010/main" val="2542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082-150C-5CF9-A949-F2AA0575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0714-7080-407D-0987-0D82B131E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TOMATO LEAF DISEASE DATASET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Contains healthy and diseased leaf images.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Small dataset suitable for fast training.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Includes different leaf disease categories.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Preprocessed and used for training, validation, and testing.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237BB8-34DC-05EB-3A1C-199A2631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87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96EB-478C-7E17-0A85-D6D0EE35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B2C9-34D2-D8B6-E167-A578F868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MobileNetV2 – Transfer Learning Model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Pretrained on ImageNet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Lightweight and fast architecture.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Works efficiently with small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Produces high accuracy with reduced training time.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3BF0F5-377A-9CAE-1F95-384AAA24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6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CF89-20FA-DAF1-F9E4-36F8DFA7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65A60A-D31D-7FDD-1FE7-2AEB2E966F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3593"/>
            <a:ext cx="86735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MobileNetV2 base model (frozen layers)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Average Pooling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Dropout layer to prevent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layer with 128 neurons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layer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2538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6EAE-BB57-B1C1-CA40-382F4D29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DC31-159B-2F36-8D01-03EAB24E8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Images resized to 128×128 pixels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Augmentation: flip, zoom, rotation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Train–Validation split for accuracy evaluation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Optimizer: </a:t>
            </a:r>
            <a:r>
              <a:rPr lang="en-US" altLang="en-US" b="1" dirty="0">
                <a:latin typeface="Arial" panose="020B0604020202020204" pitchFamily="34" charset="0"/>
              </a:rPr>
              <a:t>Adam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Loss Function: </a:t>
            </a:r>
            <a:r>
              <a:rPr lang="en-US" altLang="en-US" b="1" dirty="0">
                <a:latin typeface="Arial" panose="020B0604020202020204" pitchFamily="34" charset="0"/>
              </a:rPr>
              <a:t>Categorical Cross Entropy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Callbacks: </a:t>
            </a:r>
            <a:r>
              <a:rPr lang="en-US" altLang="en-US" dirty="0" err="1">
                <a:latin typeface="Arial" panose="020B0604020202020204" pitchFamily="34" charset="0"/>
              </a:rPr>
              <a:t>EarlyStopping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ModelCheckpoint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91D648-F132-AEB2-D3E6-100B5E10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88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90E-1591-730A-0261-98211035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3AA9-F74B-65AF-93F6-D81C0E91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achieved high accuracy on validation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Generalized well due to augmentation.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Training completed in very short time due to transfer learning.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Successfully classifies leaf diseases from images.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8F49DD-CAEE-1575-B08A-0C2E550C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8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64E-43C1-310F-338B-64957C69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F7EB-B9A6-D840-45A5-C3BF8CE65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Smart and precision agriculture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Real-time plant disease monitoring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Mobile apps for farmer support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Drone-based crop field analysis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Sustainable farming and efficiency improvement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92ABD-B523-AD86-6A7B-89FA4AFA2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052" y="-17472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9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DB73-7ADF-A2BE-D649-0D9A62D9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8E14-0A4A-5838-D436-0AFE97F98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Deep learning can significantly improve plant disease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MobileNetV2 provides fast and accurate results with small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Helps prevent crop loss through early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Useful for farmers, researchers, and agricultural industries.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28E5BB-C9BB-40D7-A9B6-6089C1911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7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C3D9-714A-8E9E-C8D4-05457527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97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6418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362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CROP LEAF DISEASE DETECTION</vt:lpstr>
      <vt:lpstr>PROBLEM STATEMENT</vt:lpstr>
      <vt:lpstr>PURPOSE OF THE PROJECT</vt:lpstr>
      <vt:lpstr>USE IN AGRICULTURE</vt:lpstr>
      <vt:lpstr>DATASET USED</vt:lpstr>
      <vt:lpstr>MODEL USED</vt:lpstr>
      <vt:lpstr>MODEL ARCHITECTURE</vt:lpstr>
      <vt:lpstr>TRANING PROCESS</vt:lpstr>
      <vt:lpstr>PERFORMANCE AND RESULTS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Puneeth Chowdary</dc:creator>
  <cp:lastModifiedBy>mokshanag kuppam</cp:lastModifiedBy>
  <cp:revision>2</cp:revision>
  <dcterms:created xsi:type="dcterms:W3CDTF">2025-12-01T05:48:52Z</dcterms:created>
  <dcterms:modified xsi:type="dcterms:W3CDTF">2025-12-07T15:07:36Z</dcterms:modified>
</cp:coreProperties>
</file>